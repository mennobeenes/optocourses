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75" r:id="rId7"/>
    <p:sldId id="261" r:id="rId8"/>
    <p:sldId id="262" r:id="rId9"/>
    <p:sldId id="263" r:id="rId10"/>
    <p:sldId id="264" r:id="rId11"/>
    <p:sldId id="274" r:id="rId1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499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531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918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790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039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928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997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614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639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68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646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064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4B605-9B24-4E79-B369-34A3F5AEA797}" type="datetimeFigureOut">
              <a:rPr lang="nl-NL" smtClean="0"/>
              <a:t>16-3-2022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90A3A-360B-4DA8-90F4-DB9C88E57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538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Derm</a:t>
            </a:r>
            <a:r>
              <a:rPr lang="nl-NL" dirty="0"/>
              <a:t>-GP casuïstiek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Datum</a:t>
            </a:r>
          </a:p>
          <a:p>
            <a:r>
              <a:rPr lang="nl-NL" dirty="0"/>
              <a:t>Naam</a:t>
            </a:r>
          </a:p>
        </p:txBody>
      </p:sp>
      <p:pic>
        <p:nvPicPr>
          <p:cNvPr id="9" name="Afbeelding 8" descr="Afbeelding met tekst&#10;&#10;Automatisch gegenereerde beschrijving">
            <a:extLst>
              <a:ext uri="{FF2B5EF4-FFF2-40B4-BE49-F238E27FC236}">
                <a16:creationId xmlns:a16="http://schemas.microsoft.com/office/drawing/2014/main" id="{F89B86FF-8CB2-4235-BE1D-CFAEB0C54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9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C1 Casusbeschrijving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Man/vrouw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Leeftijd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Relevante voorgeschiedenis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Anamnese (klachten)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Hulpvraag</a:t>
            </a: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F2D2CC6C-99A5-4613-A027-DA9B4B838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C1 Macroscopie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5885655"/>
            <a:ext cx="3682752" cy="34949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nl-NL" dirty="0"/>
              <a:t>Overzichtsfoto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967" y="1276521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4860032" y="5885655"/>
            <a:ext cx="3682752" cy="34949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dirty="0"/>
              <a:t>Detailfoto</a:t>
            </a:r>
          </a:p>
        </p:txBody>
      </p:sp>
      <p:pic>
        <p:nvPicPr>
          <p:cNvPr id="9" name="Afbeelding 8" descr="Afbeelding met tekst&#10;&#10;Automatisch gegenereerde beschrijving">
            <a:extLst>
              <a:ext uri="{FF2B5EF4-FFF2-40B4-BE49-F238E27FC236}">
                <a16:creationId xmlns:a16="http://schemas.microsoft.com/office/drawing/2014/main" id="{7FB499A1-02CE-40C4-A7F8-EC3A06395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2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C1 </a:t>
            </a:r>
            <a:r>
              <a:rPr lang="nl-NL" dirty="0" err="1"/>
              <a:t>Dermatoscopie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5885655"/>
            <a:ext cx="3682752" cy="34949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nl-NL" dirty="0" err="1"/>
              <a:t>Dermatoscopiefoto</a:t>
            </a:r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5004048" y="1268760"/>
            <a:ext cx="3682752" cy="441189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rgbClr val="00B050"/>
                </a:solidFill>
              </a:rPr>
              <a:t>Pluis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Niet pluis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Je antwoord</a:t>
            </a:r>
          </a:p>
          <a:p>
            <a:r>
              <a:rPr lang="nl-NL" dirty="0"/>
              <a:t>Patronen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3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nl-NL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dirty="0"/>
              <a:t>Kleuren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Kleur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Kleur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nl-NL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dirty="0"/>
              <a:t>Aanwijzingen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Aanwijzing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Aanwijzing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8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F0705930-FA0B-4B51-8165-3B144919B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5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C1 Werkdiagnose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Werkdiagnose</a:t>
            </a:r>
          </a:p>
          <a:p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DD</a:t>
            </a:r>
          </a:p>
          <a:p>
            <a:endParaRPr lang="nl-NL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CE07C267-4944-43E6-B753-9C17180DC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C1 Vervolg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Indien reeds bekend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Wat heb je gedaan en wat is de uitkomst? Bijvoorbeeld excisie, biopt, verwijzen</a:t>
            </a:r>
          </a:p>
          <a:p>
            <a:endParaRPr lang="nl-NL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290265E7-9EFC-4CB9-9CC8-1CA5C864A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5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C2 Casusbeschrijving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Man/vrouw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Leeftijd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Relevante voorgeschiedenis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Anamnese (klachten)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Hulpvraag</a:t>
            </a:r>
          </a:p>
          <a:p>
            <a:endParaRPr lang="nl-NL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0B4C3539-9680-4EA9-9020-44199353E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0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C2 Macroscopie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5885655"/>
            <a:ext cx="3682752" cy="34949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nl-NL" dirty="0"/>
              <a:t>Overzichtsfoto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967" y="1276521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4860032" y="5885655"/>
            <a:ext cx="3682752" cy="34949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dirty="0"/>
              <a:t>Detailfoto</a:t>
            </a:r>
          </a:p>
        </p:txBody>
      </p:sp>
      <p:pic>
        <p:nvPicPr>
          <p:cNvPr id="9" name="Afbeelding 8" descr="Afbeelding met tekst&#10;&#10;Automatisch gegenereerde beschrijving">
            <a:extLst>
              <a:ext uri="{FF2B5EF4-FFF2-40B4-BE49-F238E27FC236}">
                <a16:creationId xmlns:a16="http://schemas.microsoft.com/office/drawing/2014/main" id="{BC8105D4-E8AE-4050-8247-689D9374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9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C2 </a:t>
            </a:r>
            <a:r>
              <a:rPr lang="nl-NL" dirty="0" err="1"/>
              <a:t>Dermatoscopie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5885655"/>
            <a:ext cx="3682752" cy="34949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nl-NL" dirty="0" err="1"/>
              <a:t>Dermatoscopiefoto</a:t>
            </a:r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3744416" cy="44118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5004048" y="1268760"/>
            <a:ext cx="3682752" cy="441189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rgbClr val="00B050"/>
                </a:solidFill>
              </a:rPr>
              <a:t>Pluis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Niet pluis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Je antwoord</a:t>
            </a:r>
          </a:p>
          <a:p>
            <a:r>
              <a:rPr lang="nl-NL" dirty="0"/>
              <a:t>Patronen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Patroon 3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nl-NL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dirty="0"/>
              <a:t>Kleuren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Kleur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Kleur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nl-NL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dirty="0"/>
              <a:t>Aanwijzingen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Aanwijzing 1</a:t>
            </a:r>
          </a:p>
          <a:p>
            <a:pPr lvl="1"/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Aanwijzing 2 (</a:t>
            </a:r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verwijderen)</a:t>
            </a:r>
          </a:p>
          <a:p>
            <a:pPr lvl="1"/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8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5542CE58-290F-4BFD-82BD-0E1922440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2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C2 Werkdiagnose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Werkdiagnose</a:t>
            </a:r>
          </a:p>
          <a:p>
            <a:r>
              <a:rPr lang="nl-NL" dirty="0" err="1">
                <a:solidFill>
                  <a:schemeClr val="bg1">
                    <a:lumMod val="50000"/>
                  </a:schemeClr>
                </a:solidFill>
              </a:rPr>
              <a:t>Evt</a:t>
            </a:r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 DD</a:t>
            </a:r>
          </a:p>
          <a:p>
            <a:endParaRPr lang="nl-NL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860D0C56-A041-45B7-9F82-F22562506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C2 Vervolg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Indien reeds bekend</a:t>
            </a:r>
          </a:p>
          <a:p>
            <a:r>
              <a:rPr lang="nl-NL" dirty="0">
                <a:solidFill>
                  <a:schemeClr val="bg1">
                    <a:lumMod val="50000"/>
                  </a:schemeClr>
                </a:solidFill>
              </a:rPr>
              <a:t>Wat heb je gedaan en wat is de uitkomst? Bijvoorbeeld excisie, biopt, verwijzen</a:t>
            </a:r>
          </a:p>
          <a:p>
            <a:endParaRPr lang="nl-NL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Afbeelding 5" descr="Afbeelding met tekst&#10;&#10;Automatisch gegenereerde beschrijving">
            <a:extLst>
              <a:ext uri="{FF2B5EF4-FFF2-40B4-BE49-F238E27FC236}">
                <a16:creationId xmlns:a16="http://schemas.microsoft.com/office/drawing/2014/main" id="{215091BE-F81E-4C13-8D1C-A85AEB2CA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2" y="188640"/>
            <a:ext cx="1038095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8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5C660820C55F45998A508333CB030C" ma:contentTypeVersion="4" ma:contentTypeDescription="Create a new document." ma:contentTypeScope="" ma:versionID="fa33340c9bf7384e0554c46398d81e09">
  <xsd:schema xmlns:xsd="http://www.w3.org/2001/XMLSchema" xmlns:xs="http://www.w3.org/2001/XMLSchema" xmlns:p="http://schemas.microsoft.com/office/2006/metadata/properties" xmlns:ns2="482a8ca5-d967-4dfe-8491-544d6ab0ea95" targetNamespace="http://schemas.microsoft.com/office/2006/metadata/properties" ma:root="true" ma:fieldsID="395cae928b9a8b5b57d8595ded7a7f93" ns2:_="">
    <xsd:import namespace="482a8ca5-d967-4dfe-8491-544d6ab0ea9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2a8ca5-d967-4dfe-8491-544d6ab0ea95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482a8ca5-d967-4dfe-8491-544d6ab0ea95" xsi:nil="true"/>
  </documentManagement>
</p:properties>
</file>

<file path=customXml/itemProps1.xml><?xml version="1.0" encoding="utf-8"?>
<ds:datastoreItem xmlns:ds="http://schemas.openxmlformats.org/officeDocument/2006/customXml" ds:itemID="{0769F2D8-0460-4D99-AD72-9731333D2F81}"/>
</file>

<file path=customXml/itemProps2.xml><?xml version="1.0" encoding="utf-8"?>
<ds:datastoreItem xmlns:ds="http://schemas.openxmlformats.org/officeDocument/2006/customXml" ds:itemID="{2DE7B45C-C179-4648-A17A-B70ABF4C7A8C}"/>
</file>

<file path=customXml/itemProps3.xml><?xml version="1.0" encoding="utf-8"?>
<ds:datastoreItem xmlns:ds="http://schemas.openxmlformats.org/officeDocument/2006/customXml" ds:itemID="{C6B78C6A-0599-4F57-AC5F-F636253EAE0A}"/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180</Words>
  <Application>Microsoft Office PowerPoint</Application>
  <PresentationFormat>Diavoorstelling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4" baseType="lpstr">
      <vt:lpstr>Arial</vt:lpstr>
      <vt:lpstr>Calibri</vt:lpstr>
      <vt:lpstr>Kantoorthema</vt:lpstr>
      <vt:lpstr>Derm-GP casuïstiek</vt:lpstr>
      <vt:lpstr>C1 Casusbeschrijving</vt:lpstr>
      <vt:lpstr>C1 Macroscopie</vt:lpstr>
      <vt:lpstr>C1 Dermatoscopie</vt:lpstr>
      <vt:lpstr>C1 Werkdiagnose</vt:lpstr>
      <vt:lpstr>C1 Vervolg</vt:lpstr>
      <vt:lpstr>C2 Casusbeschrijving</vt:lpstr>
      <vt:lpstr>C2 Macroscopie</vt:lpstr>
      <vt:lpstr>C2 Dermatoscopie</vt:lpstr>
      <vt:lpstr>C2 Werkdiagnose</vt:lpstr>
      <vt:lpstr>C2 Vervolg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Els Visser</dc:creator>
  <cp:lastModifiedBy>Menno Beenes</cp:lastModifiedBy>
  <cp:revision>17</cp:revision>
  <dcterms:created xsi:type="dcterms:W3CDTF">2017-12-18T13:20:04Z</dcterms:created>
  <dcterms:modified xsi:type="dcterms:W3CDTF">2022-03-16T13:44:25Z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0x010100A25C660820C55F45998A508333CB030C</vt:lpwstr>
  </property>
</Properties>
</file>